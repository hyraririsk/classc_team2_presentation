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6" r:id="rId5"/>
    <p:sldId id="265" r:id="rId6"/>
    <p:sldId id="267" r:id="rId7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8566E-E8AC-CD4F-F0EA-20A38365D0C2}" v="101" dt="2026-04-16T08:29:48.901"/>
    <p1510:client id="{507AC4AC-2914-106A-51DB-FF490B1B2484}" v="1141" dt="2026-04-16T23:44:09.909"/>
    <p1510:client id="{5BBFAED9-82DD-98E9-F925-A4EB133C471B}" v="92" dt="2026-04-16T23:41:02.418"/>
    <p1510:client id="{89390F1E-418E-1ADD-7BEC-382B3BC9BB35}" v="89" dt="2026-04-16T08:34:05.513"/>
    <p1510:client id="{A4930B93-6F1D-9193-FFB4-B8F24C4B7463}" v="854" dt="2026-04-16T08:34:57.686"/>
    <p1510:client id="{C367FC73-47CE-A8CC-7B74-FD07439625DE}" v="4" dt="2026-04-15T23:49:16.034"/>
    <p1510:client id="{E39B7360-C889-4C81-AA0D-803DF5595351}" v="378" dt="2026-04-16T08:38:13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10"/>
        <p:guide pos="5529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00B9FF-AFA4-4ECF-89BD-A1045251461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106537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</a:t>
            </a:r>
            <a:r>
              <a:rPr lang="ko-KR" altLang="en-US" b="1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부트캠프</a:t>
            </a:r>
            <a:r>
              <a:rPr lang="ko-KR" altLang="en-US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12</a:t>
            </a:r>
            <a:r>
              <a:rPr lang="ko-KR" altLang="en-US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MOMS</a:t>
            </a:r>
            <a:endParaRPr lang="en-US" altLang="ko-KR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40474" y="7827365"/>
            <a:ext cx="59610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</a:t>
            </a:r>
            <a:r>
              <a:rPr lang="ko-KR" altLang="en-US" sz="28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반 </a:t>
            </a:r>
            <a:r>
              <a:rPr lang="en-US" altLang="ko-KR" sz="28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r>
              <a:rPr lang="ko-KR" altLang="en-US" sz="28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</a:t>
            </a:r>
            <a:endParaRPr lang="en-US" altLang="ko-KR" sz="28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en-US" altLang="ko-KR" sz="28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28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김재혁 박병수 </a:t>
            </a:r>
            <a:r>
              <a:rPr lang="ko-KR" altLang="en-US" sz="2800" b="1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선현지</a:t>
            </a:r>
            <a:r>
              <a:rPr lang="ko-KR" altLang="en-US" sz="28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2800" b="1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이철한</a:t>
            </a:r>
            <a:endParaRPr lang="ko-KR" altLang="en-US" sz="28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결과보고서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1" y="649796"/>
            <a:ext cx="4510135" cy="21945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654" y="1373029"/>
            <a:ext cx="5253657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97049" y="2878040"/>
            <a:ext cx="11160121" cy="40446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주제 및 목표</a:t>
            </a:r>
            <a:endParaRPr lang="en-US" altLang="ko-KR" sz="4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기능 소개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진행 상황</a:t>
            </a:r>
            <a:endParaRPr lang="en-US" altLang="ko-KR" sz="4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추후 진행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1.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주제 및 목표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17D23-41B7-BE3D-B106-71DF75E3FA42}"/>
              </a:ext>
            </a:extLst>
          </p:cNvPr>
          <p:cNvSpPr txBox="1"/>
          <p:nvPr/>
        </p:nvSpPr>
        <p:spPr>
          <a:xfrm>
            <a:off x="244714" y="2672299"/>
            <a:ext cx="17061066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3600" b="1" u="sng" dirty="0">
                <a:latin typeface="LG스마트체2.0 Regular" panose="020B0600000101010101" pitchFamily="50" charset="-127"/>
                <a:ea typeface="LG스마트체2.0 Regular"/>
              </a:rPr>
              <a:t>1. </a:t>
            </a:r>
            <a:r>
              <a:rPr lang="en-US" altLang="ko-KR" sz="3600" b="1" u="sng" dirty="0" err="1">
                <a:latin typeface="LG스마트체2.0 Regular" panose="020B0600000101010101" pitchFamily="50" charset="-127"/>
                <a:ea typeface="LG스마트체2.0 Regular"/>
              </a:rPr>
              <a:t>주제</a:t>
            </a:r>
            <a:endParaRPr lang="ko-KR" altLang="en-US" sz="3600" b="1" u="sng" dirty="0">
              <a:latin typeface="LG스마트체2.0 Regular" panose="020B0600000101010101" pitchFamily="50" charset="-127"/>
              <a:ea typeface="LG스마트체2.0 Regular"/>
            </a:endParaRPr>
          </a:p>
          <a:p>
            <a:endParaRPr lang="en-US" altLang="ko-KR" sz="3600" b="1">
              <a:solidFill>
                <a:srgbClr val="000000"/>
              </a:solidFill>
              <a:latin typeface="LG스마트체2.0 Regular" panose="020B0600000101010101" pitchFamily="50" charset="-127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능동적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기상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+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통계를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활용한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지속적인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생활루틴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관리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+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동료와의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협동심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고취</a:t>
            </a:r>
          </a:p>
          <a:p>
            <a:pPr marL="571500" indent="-571500">
              <a:buFont typeface="Calibri"/>
              <a:buChar char="-"/>
            </a:pP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사람들의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아침을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성공적으로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만드는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것 (Make Our Morning Successful)</a:t>
            </a:r>
          </a:p>
          <a:p>
            <a:endParaRPr lang="en-US" altLang="ko-KR" sz="3600" b="1">
              <a:solidFill>
                <a:srgbClr val="000000"/>
              </a:solidFill>
              <a:latin typeface="LG스마트체2.0 Regular" panose="020B0600000101010101" pitchFamily="50" charset="-127"/>
              <a:ea typeface="LG스마트체2.0 Regular"/>
            </a:endParaRPr>
          </a:p>
          <a:p>
            <a:r>
              <a:rPr lang="en-US" altLang="ko-KR" sz="3600" b="1" u="sng" dirty="0">
                <a:latin typeface="LG스마트체2.0 Regular" panose="020B0600000101010101" pitchFamily="50" charset="-127"/>
                <a:ea typeface="LG스마트체2.0 Regular"/>
              </a:rPr>
              <a:t>2. </a:t>
            </a:r>
            <a:r>
              <a:rPr lang="en-US" altLang="ko-KR" sz="3600" b="1" u="sng" dirty="0" err="1">
                <a:latin typeface="LG스마트체2.0 Regular" panose="020B0600000101010101" pitchFamily="50" charset="-127"/>
                <a:ea typeface="LG스마트체2.0 Regular"/>
              </a:rPr>
              <a:t>목표</a:t>
            </a:r>
            <a:endParaRPr lang="en-US" altLang="ko-KR" sz="3600" b="1" u="sng" dirty="0">
              <a:latin typeface="LG스마트체2.0 Regular" panose="020B0600000101010101" pitchFamily="50" charset="-127"/>
              <a:ea typeface="LG스마트체2.0 Regular"/>
            </a:endParaRPr>
          </a:p>
          <a:p>
            <a:endParaRPr lang="en-US" altLang="ko-KR" sz="3600" b="1">
              <a:solidFill>
                <a:srgbClr val="000000"/>
              </a:solidFill>
              <a:latin typeface="LG스마트체2.0 Regular" panose="020B0600000101010101" pitchFamily="50" charset="-127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기기를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사용하는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모든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사용자의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규칙적인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기상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패턴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확립</a:t>
            </a:r>
            <a:endParaRPr lang="en-US" altLang="ko-KR" sz="3600" b="1" dirty="0">
              <a:solidFill>
                <a:srgbClr val="000000"/>
              </a:solidFill>
              <a:latin typeface="LG스마트체2.0 Regular" panose="020B0600000101010101" pitchFamily="50" charset="-127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단순히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잠을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깨우는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것을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넘어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, 전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세계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모든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사람이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MOMS를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통해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성공적인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하루를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시작하도록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dirty="0" err="1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돕는</a:t>
            </a:r>
            <a:r>
              <a:rPr lang="en-US" altLang="ko-KR" sz="3600" b="1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4FC6A-935A-BED7-CEB9-1BE7045DAF6E}"/>
              </a:ext>
            </a:extLst>
          </p:cNvPr>
          <p:cNvSpPr txBox="1"/>
          <p:nvPr/>
        </p:nvSpPr>
        <p:spPr>
          <a:xfrm>
            <a:off x="8148495" y="1738836"/>
            <a:ext cx="8766947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3600" b="1">
                <a:solidFill>
                  <a:schemeClr val="tx2"/>
                </a:solidFill>
                <a:latin typeface="LG스마트체2.0 Regular" panose="020B0600000101010101" pitchFamily="50" charset="-127"/>
                <a:ea typeface="LG스마트체2.0 Regular"/>
              </a:rPr>
              <a:t>"</a:t>
            </a:r>
            <a:r>
              <a:rPr lang="en-US" altLang="ko-KR" sz="3600" b="1" err="1">
                <a:solidFill>
                  <a:schemeClr val="tx2"/>
                </a:solidFill>
                <a:latin typeface="LG스마트체2.0 Regular" panose="020B0600000101010101" pitchFamily="50" charset="-127"/>
                <a:ea typeface="LG스마트체2.0 Regular"/>
              </a:rPr>
              <a:t>당신에게</a:t>
            </a:r>
            <a:r>
              <a:rPr lang="en-US" altLang="ko-KR" sz="3600" b="1">
                <a:solidFill>
                  <a:schemeClr val="tx2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err="1">
                <a:solidFill>
                  <a:schemeClr val="tx2"/>
                </a:solidFill>
                <a:latin typeface="LG스마트체2.0 Regular" panose="020B0600000101010101" pitchFamily="50" charset="-127"/>
                <a:ea typeface="LG스마트체2.0 Regular"/>
              </a:rPr>
              <a:t>성공적인</a:t>
            </a:r>
            <a:r>
              <a:rPr lang="en-US" altLang="ko-KR" sz="3600" b="1">
                <a:solidFill>
                  <a:schemeClr val="tx2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err="1">
                <a:solidFill>
                  <a:schemeClr val="tx2"/>
                </a:solidFill>
                <a:latin typeface="LG스마트체2.0 Regular" panose="020B0600000101010101" pitchFamily="50" charset="-127"/>
                <a:ea typeface="LG스마트체2.0 Regular"/>
              </a:rPr>
              <a:t>아침을</a:t>
            </a:r>
            <a:r>
              <a:rPr lang="en-US" altLang="ko-KR" sz="3600" b="1">
                <a:solidFill>
                  <a:schemeClr val="tx2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b="1" err="1">
                <a:solidFill>
                  <a:schemeClr val="tx2"/>
                </a:solidFill>
                <a:latin typeface="LG스마트체2.0 Regular" panose="020B0600000101010101" pitchFamily="50" charset="-127"/>
                <a:ea typeface="LG스마트체2.0 Regular"/>
              </a:rPr>
              <a:t>선사합니다</a:t>
            </a:r>
            <a:r>
              <a:rPr lang="en-US" altLang="ko-KR" sz="3600" b="1">
                <a:solidFill>
                  <a:schemeClr val="tx2"/>
                </a:solidFill>
                <a:latin typeface="LG스마트체2.0 Regular" panose="020B0600000101010101" pitchFamily="50" charset="-127"/>
                <a:ea typeface="LG스마트체2.0 Regular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358904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051FE-B986-DD74-2BD4-3F59C623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B8BE2-4AD5-1F64-2AB0-34AC204F1936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2.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기능 소개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A5E5D-E76B-BCFF-CBA0-EFF4AF59581D}"/>
              </a:ext>
            </a:extLst>
          </p:cNvPr>
          <p:cNvSpPr txBox="1"/>
          <p:nvPr/>
        </p:nvSpPr>
        <p:spPr>
          <a:xfrm>
            <a:off x="244714" y="2672299"/>
            <a:ext cx="170610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3600" b="1" u="sng">
                <a:latin typeface="LG스마트체2.0 Regular"/>
                <a:ea typeface="LG스마트체2.0 Regular"/>
              </a:rPr>
              <a:t>1. </a:t>
            </a:r>
            <a:r>
              <a:rPr lang="en-US" altLang="ko-KR" sz="3600" b="1" u="sng">
                <a:solidFill>
                  <a:srgbClr val="000000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latin typeface="LG Smart_H2.0 R"/>
                <a:ea typeface="LG Smart_H2.0 R"/>
              </a:rPr>
              <a:t>아침잠이</a:t>
            </a:r>
            <a:r>
              <a:rPr lang="en-US" sz="3600" b="1" u="sng">
                <a:solidFill>
                  <a:srgbClr val="000000"/>
                </a:solidFill>
                <a:latin typeface="LG Smart_H2.0 R"/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latin typeface="LG Smart_H2.0 R"/>
                <a:ea typeface="LG Smart_H2.0 R"/>
              </a:rPr>
              <a:t>유독</a:t>
            </a:r>
            <a:r>
              <a:rPr lang="en-US" sz="3600" b="1" u="sng">
                <a:solidFill>
                  <a:srgbClr val="000000"/>
                </a:solidFill>
                <a:latin typeface="LG Smart_H2.0 R"/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latin typeface="LG Smart_H2.0 R"/>
                <a:ea typeface="LG Smart_H2.0 R"/>
              </a:rPr>
              <a:t>많은</a:t>
            </a:r>
            <a:r>
              <a:rPr lang="en-US" sz="3600" b="1" u="sng">
                <a:solidFill>
                  <a:srgbClr val="000000"/>
                </a:solidFill>
                <a:latin typeface="LG Smart_H2.0 R"/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latin typeface="LG Smart_H2.0 R"/>
                <a:ea typeface="LG Smart_H2.0 R"/>
              </a:rPr>
              <a:t>분들을</a:t>
            </a:r>
            <a:r>
              <a:rPr lang="en-US" sz="3600" b="1" u="sng">
                <a:solidFill>
                  <a:srgbClr val="000000"/>
                </a:solidFill>
                <a:latin typeface="LG Smart_H2.0 R"/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latin typeface="LG Smart_H2.0 R"/>
                <a:ea typeface="LG Smart_H2.0 R"/>
              </a:rPr>
              <a:t>위한</a:t>
            </a:r>
            <a:r>
              <a:rPr lang="en-US" sz="3600" b="1" u="sng">
                <a:solidFill>
                  <a:srgbClr val="000000"/>
                </a:solidFill>
                <a:latin typeface="LG Smart_H2.0 R"/>
                <a:ea typeface="LG Smart_H2.0 R"/>
              </a:rPr>
              <a:t>, </a:t>
            </a:r>
            <a:r>
              <a:rPr lang="en-US" sz="3600" b="1" u="sng" err="1">
                <a:solidFill>
                  <a:srgbClr val="000000"/>
                </a:solidFill>
                <a:latin typeface="LG Smart_H2.0 R"/>
                <a:ea typeface="LG Smart_H2.0 R"/>
              </a:rPr>
              <a:t>스페셜</a:t>
            </a:r>
            <a:r>
              <a:rPr lang="en-US" sz="3600" b="1" u="sng">
                <a:solidFill>
                  <a:srgbClr val="000000"/>
                </a:solidFill>
                <a:latin typeface="LG Smart_H2.0 R"/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latin typeface="LG Smart_H2.0 R"/>
                <a:ea typeface="LG Smart_H2.0 R"/>
              </a:rPr>
              <a:t>알람</a:t>
            </a:r>
            <a:r>
              <a:rPr lang="en-US" sz="3600" b="1" u="sng">
                <a:solidFill>
                  <a:srgbClr val="000000"/>
                </a:solidFill>
                <a:latin typeface="LG Smart_H2.0 R"/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latin typeface="LG Smart_H2.0 R"/>
                <a:ea typeface="LG Smart_H2.0 R"/>
              </a:rPr>
              <a:t>기능</a:t>
            </a:r>
            <a:endParaRPr lang="en-US" sz="3600">
              <a:solidFill>
                <a:srgbClr val="000000"/>
              </a:solidFill>
              <a:latin typeface="LG Smart_H2.0 R"/>
              <a:ea typeface="LG Smart_H2.0 R"/>
            </a:endParaRPr>
          </a:p>
          <a:p>
            <a:r>
              <a:rPr lang="en-US" altLang="ko-KR" sz="360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  - </a:t>
            </a:r>
            <a:r>
              <a:rPr lang="ko-KR" altLang="en-US" sz="360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물리 버튼</a:t>
            </a:r>
            <a:r>
              <a:rPr lang="en-US" altLang="ko-KR" sz="360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360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조도 센서</a:t>
            </a:r>
            <a:r>
              <a:rPr lang="en-US" altLang="ko-KR" sz="360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360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카메라</a:t>
            </a:r>
            <a:r>
              <a:rPr lang="en-US" altLang="ko-KR" sz="360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, </a:t>
            </a:r>
            <a:r>
              <a:rPr lang="ko-KR" altLang="en-US" sz="360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/>
              </a:rPr>
              <a:t>가속도 센서 등 활용</a:t>
            </a:r>
            <a:endParaRPr lang="en-US" altLang="ko-KR" sz="3600">
              <a:solidFill>
                <a:srgbClr val="000000"/>
              </a:solidFill>
              <a:latin typeface="LG스마트체2.0 Regular" panose="020B0600000101010101" pitchFamily="50" charset="-127"/>
              <a:ea typeface="LG스마트체2.0 Regular"/>
            </a:endParaRPr>
          </a:p>
          <a:p>
            <a:endParaRPr lang="en-US" altLang="ko-KR" sz="3600" b="1" u="sng">
              <a:solidFill>
                <a:srgbClr val="000000"/>
              </a:solidFill>
              <a:latin typeface="LG스마트체2.0 Regular" panose="020B0600000101010101" pitchFamily="50" charset="-127"/>
              <a:ea typeface="LG스마트체2.0 Regular"/>
            </a:endParaRPr>
          </a:p>
          <a:p>
            <a:r>
              <a:rPr lang="en-US" altLang="ko-KR" sz="3600" b="1" u="sng">
                <a:solidFill>
                  <a:srgbClr val="000000"/>
                </a:solidFill>
                <a:latin typeface="LG스마트체2.0 Regular"/>
                <a:ea typeface="LG스마트체2.0 Regular"/>
              </a:rPr>
              <a:t>2.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일회성에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그치지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않고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,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지속적인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생활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습관을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형성하세요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,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기상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시간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통계</a:t>
            </a:r>
            <a:r>
              <a:rPr lang="en-US" sz="3600" b="1" u="sng">
                <a:solidFill>
                  <a:srgbClr val="000000"/>
                </a:solidFill>
                <a:ea typeface="LG Smart_H2.0 R"/>
              </a:rPr>
              <a:t> </a:t>
            </a:r>
            <a:r>
              <a:rPr lang="en-US" sz="3600" b="1" u="sng" err="1">
                <a:solidFill>
                  <a:srgbClr val="000000"/>
                </a:solidFill>
                <a:ea typeface="LG Smart_H2.0 R"/>
              </a:rPr>
              <a:t>제공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8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AF07-B090-A39E-F069-FB91CBAD5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0F8D39-83EB-0232-5941-45B264676E87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3. </a:t>
            </a:r>
            <a:r>
              <a:rPr lang="en-US" altLang="ko-KR" sz="5400" b="1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진행</a:t>
            </a:r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5400" b="1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상황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8B2DD-ADB3-CFAA-8BDD-A2BC4EF9501C}"/>
              </a:ext>
            </a:extLst>
          </p:cNvPr>
          <p:cNvSpPr txBox="1"/>
          <p:nvPr/>
        </p:nvSpPr>
        <p:spPr>
          <a:xfrm>
            <a:off x="244714" y="1805524"/>
            <a:ext cx="17061066" cy="8402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3600" b="1" u="sng" dirty="0">
                <a:latin typeface="LG스마트체2.0 Regular"/>
                <a:ea typeface="LG스마트체2.0 Regular"/>
              </a:rPr>
              <a:t>1. </a:t>
            </a:r>
            <a:r>
              <a:rPr lang="en-US" altLang="ko-KR" sz="3600" b="1" u="sng" dirty="0" err="1">
                <a:latin typeface="LG스마트체2.0 Regular"/>
                <a:ea typeface="LG스마트체2.0 Regular"/>
              </a:rPr>
              <a:t>커널</a:t>
            </a:r>
            <a:r>
              <a:rPr lang="en-US" altLang="ko-KR" sz="3600" b="1" u="sng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b="1" u="sng" dirty="0" err="1">
                <a:latin typeface="LG스마트체2.0 Regular"/>
                <a:ea typeface="LG스마트체2.0 Regular"/>
              </a:rPr>
              <a:t>포팅</a:t>
            </a:r>
            <a:endParaRPr lang="en-US" altLang="ko-KR" sz="3600" b="1" u="sng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>
                <a:latin typeface="LG스마트체2.0 Regular"/>
                <a:ea typeface="LG스마트체2.0 Regular"/>
              </a:rPr>
              <a:t>6.1 -&gt; 6.12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버전으로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최신화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및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파일시스템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최신화</a:t>
            </a:r>
            <a:endParaRPr lang="en-US" altLang="ko-KR" sz="3600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/>
                <a:ea typeface="LG스마트체2.0 Regular"/>
              </a:rPr>
              <a:t>외부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센서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인식을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위한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I2C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관련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DTS, config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수정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및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추가</a:t>
            </a:r>
            <a:endParaRPr lang="en-US" altLang="ko-KR" sz="3600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/>
                <a:ea typeface="LG스마트체2.0 Regular"/>
              </a:rPr>
              <a:t>최신화에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따른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기존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버전의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DTS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빌드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오류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등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호환성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문제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발생하여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해결</a:t>
            </a:r>
            <a:endParaRPr lang="en-US" altLang="ko-KR" sz="3600" dirty="0">
              <a:latin typeface="LG스마트체2.0 Regular"/>
              <a:ea typeface="LG스마트체2.0 Regular"/>
            </a:endParaRPr>
          </a:p>
          <a:p>
            <a:endParaRPr lang="en-US" altLang="ko-KR" sz="3600" b="1" u="sng">
              <a:latin typeface="LG스마트체2.0 Regular" panose="020B0600000101010101" pitchFamily="50" charset="-127"/>
              <a:ea typeface="LG스마트체2.0 Regular"/>
            </a:endParaRPr>
          </a:p>
          <a:p>
            <a:r>
              <a:rPr lang="en-US" altLang="ko-KR" sz="3600" b="1" u="sng" dirty="0">
                <a:latin typeface="LG스마트체2.0 Regular"/>
                <a:ea typeface="LG스마트체2.0 Regular"/>
              </a:rPr>
              <a:t>2. </a:t>
            </a:r>
            <a:r>
              <a:rPr lang="en-US" altLang="ko-KR" sz="3600" b="1" u="sng" dirty="0" err="1">
                <a:latin typeface="LG스마트체2.0 Regular"/>
                <a:ea typeface="LG스마트체2.0 Regular"/>
              </a:rPr>
              <a:t>디바이스</a:t>
            </a:r>
            <a:r>
              <a:rPr lang="en-US" altLang="ko-KR" sz="3600" b="1" u="sng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b="1" u="sng" dirty="0" err="1">
                <a:latin typeface="LG스마트체2.0 Regular"/>
                <a:ea typeface="LG스마트체2.0 Regular"/>
              </a:rPr>
              <a:t>드라이버</a:t>
            </a:r>
            <a:endParaRPr lang="en-US" altLang="ko-KR" sz="3600" b="1" u="sng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/>
                <a:ea typeface="LG스마트체2.0 Regular"/>
              </a:rPr>
              <a:t>앱단과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디바이스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드라이버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연동을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위한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인터페이스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설계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논의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진행</a:t>
            </a: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/>
                <a:ea typeface="LG스마트체2.0 Regular"/>
              </a:rPr>
              <a:t>알람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소리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기능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구현을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위한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buzzer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드라이버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구현</a:t>
            </a:r>
            <a:endParaRPr lang="en-US" altLang="ko-KR" sz="3600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ea typeface="LG스마트체2.0 Regular"/>
                <a:cs typeface="Calibri" panose="020F0502020204030204"/>
              </a:rPr>
              <a:t>버튼</a:t>
            </a:r>
            <a:r>
              <a:rPr lang="en-US" altLang="ko-KR" sz="3600" dirty="0">
                <a:ea typeface="LG스마트체2.0 Regular"/>
                <a:cs typeface="Calibri" panose="020F0502020204030204"/>
              </a:rPr>
              <a:t> </a:t>
            </a:r>
            <a:r>
              <a:rPr lang="en-US" altLang="ko-KR" sz="3600" dirty="0" err="1">
                <a:ea typeface="LG스마트체2.0 Regular"/>
                <a:cs typeface="Calibri" panose="020F0502020204030204"/>
              </a:rPr>
              <a:t>기능</a:t>
            </a:r>
            <a:r>
              <a:rPr lang="en-US" altLang="ko-KR" sz="3600" dirty="0">
                <a:ea typeface="LG스마트체2.0 Regular"/>
                <a:cs typeface="Calibri" panose="020F0502020204030204"/>
              </a:rPr>
              <a:t> </a:t>
            </a:r>
            <a:r>
              <a:rPr lang="en-US" altLang="ko-KR" sz="3600" dirty="0" err="1">
                <a:ea typeface="LG스마트체2.0 Regular"/>
                <a:cs typeface="Calibri" panose="020F0502020204030204"/>
              </a:rPr>
              <a:t>대응을</a:t>
            </a:r>
            <a:r>
              <a:rPr lang="en-US" altLang="ko-KR" sz="3600" dirty="0">
                <a:ea typeface="LG스마트체2.0 Regular"/>
                <a:cs typeface="Calibri" panose="020F0502020204030204"/>
              </a:rPr>
              <a:t> </a:t>
            </a:r>
            <a:r>
              <a:rPr lang="en-US" altLang="ko-KR" sz="3600" dirty="0" err="1">
                <a:ea typeface="LG스마트체2.0 Regular"/>
                <a:cs typeface="Calibri" panose="020F0502020204030204"/>
              </a:rPr>
              <a:t>위한</a:t>
            </a:r>
            <a:r>
              <a:rPr lang="en-US" altLang="ko-KR" sz="3600" dirty="0">
                <a:ea typeface="LG스마트체2.0 Regular"/>
                <a:cs typeface="Calibri" panose="020F0502020204030204"/>
              </a:rPr>
              <a:t> key </a:t>
            </a:r>
            <a:r>
              <a:rPr lang="en-US" altLang="ko-KR" sz="3600" dirty="0" err="1">
                <a:ea typeface="LG스마트체2.0 Regular"/>
                <a:cs typeface="Calibri" panose="020F0502020204030204"/>
              </a:rPr>
              <a:t>인터럽트</a:t>
            </a:r>
            <a:r>
              <a:rPr lang="en-US" altLang="ko-KR" sz="3600" dirty="0">
                <a:ea typeface="LG스마트체2.0 Regular"/>
                <a:cs typeface="Calibri" panose="020F0502020204030204"/>
              </a:rPr>
              <a:t> </a:t>
            </a:r>
            <a:r>
              <a:rPr lang="en-US" altLang="ko-KR" sz="3600" dirty="0" err="1">
                <a:ea typeface="LG스마트체2.0 Regular"/>
                <a:cs typeface="Calibri" panose="020F0502020204030204"/>
              </a:rPr>
              <a:t>구현</a:t>
            </a:r>
            <a:endParaRPr lang="en-US" altLang="ko-KR" sz="3600" dirty="0">
              <a:ea typeface="LG스마트체2.0 Regular"/>
              <a:cs typeface="Calibri" panose="020F0502020204030204"/>
            </a:endParaRPr>
          </a:p>
          <a:p>
            <a:endParaRPr lang="en-US" altLang="ko-KR" sz="3600" b="1" u="sng">
              <a:latin typeface="Calibri" panose="020F0502020204030204"/>
              <a:ea typeface="LG스마트체2.0 Regular"/>
              <a:cs typeface="Calibri" panose="020F0502020204030204"/>
            </a:endParaRPr>
          </a:p>
          <a:p>
            <a:r>
              <a:rPr lang="en-US" altLang="ko-KR" sz="3600" b="1" u="sng" dirty="0">
                <a:latin typeface="LG스마트체2.0 Regular"/>
                <a:ea typeface="LG스마트체2.0 Regular"/>
              </a:rPr>
              <a:t>3. </a:t>
            </a:r>
            <a:r>
              <a:rPr lang="en-US" altLang="ko-KR" sz="3600" b="1" u="sng" dirty="0" err="1">
                <a:latin typeface="LG스마트체2.0 Regular"/>
                <a:ea typeface="LG스마트체2.0 Regular"/>
              </a:rPr>
              <a:t>어플리케이션</a:t>
            </a:r>
            <a:endParaRPr lang="en-US" altLang="ko-KR" sz="3600" b="1" u="sng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/>
                <a:ea typeface="LG스마트체2.0 Regular"/>
              </a:rPr>
              <a:t>알람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기능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및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모드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별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해제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방식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구현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(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터치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,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게임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,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버튼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,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카메라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등)</a:t>
            </a: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/>
                <a:ea typeface="LG스마트체2.0 Regular"/>
              </a:rPr>
              <a:t>알람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해제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시각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등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통계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기능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구현</a:t>
            </a:r>
            <a:endParaRPr lang="en-US" altLang="ko-KR" sz="3600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/>
                <a:ea typeface="LG스마트체2.0 Regular"/>
              </a:rPr>
              <a:t>버튼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누르기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게임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구현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진행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중</a:t>
            </a:r>
            <a:endParaRPr lang="en-US" altLang="ko-KR" sz="3600" dirty="0">
              <a:latin typeface="LG스마트체2.0 Regular" panose="020B0600000101010101" pitchFamily="50" charset="-127"/>
              <a:ea typeface="LG스마트체2.0 Regular"/>
            </a:endParaRPr>
          </a:p>
          <a:p>
            <a:endParaRPr lang="en-US" altLang="ko-KR" sz="3600" b="1" u="sng">
              <a:latin typeface="LG스마트체2.0 Regular" panose="020B0600000101010101" pitchFamily="50" charset="-127"/>
              <a:ea typeface="LG스마트체2.0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518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4364-B481-9967-F905-AFC2BAC2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3BC8F-A70E-0D50-B001-E62C28F90028}"/>
              </a:ext>
            </a:extLst>
          </p:cNvPr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4.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/>
              </a:rPr>
              <a:t>추후 진행 계획</a:t>
            </a:r>
            <a:endParaRPr lang="en-US" altLang="ko-KR" sz="5400" b="1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3D613-36EB-16EC-00D6-05019B9A8812}"/>
              </a:ext>
            </a:extLst>
          </p:cNvPr>
          <p:cNvSpPr txBox="1"/>
          <p:nvPr/>
        </p:nvSpPr>
        <p:spPr>
          <a:xfrm>
            <a:off x="244714" y="2672299"/>
            <a:ext cx="17061066" cy="72943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3600" b="1" u="sng" dirty="0">
                <a:latin typeface="LG스마트체2.0 Regular"/>
                <a:ea typeface="LG스마트체2.0 Regular"/>
              </a:rPr>
              <a:t>1. </a:t>
            </a:r>
            <a:r>
              <a:rPr lang="en-US" altLang="ko-KR" sz="3600" b="1" u="sng" dirty="0" err="1">
                <a:latin typeface="LG스마트체2.0 Regular"/>
                <a:ea typeface="LG스마트체2.0 Regular"/>
              </a:rPr>
              <a:t>커널</a:t>
            </a:r>
            <a:r>
              <a:rPr lang="en-US" altLang="ko-KR" sz="3600" b="1" u="sng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b="1" u="sng" dirty="0" err="1">
                <a:latin typeface="LG스마트체2.0 Regular"/>
                <a:ea typeface="LG스마트체2.0 Regular"/>
              </a:rPr>
              <a:t>포팅</a:t>
            </a:r>
            <a:endParaRPr lang="en-US" altLang="ko-KR" sz="3600" b="1" u="sng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/>
                <a:ea typeface="LG스마트체2.0 Regular"/>
              </a:rPr>
              <a:t>디바이스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드라이버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,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어플리케이션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진행에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 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맞춰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지속적인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config, DTS,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스크립트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수정</a:t>
            </a:r>
            <a:endParaRPr lang="en-US" altLang="ko-KR" sz="3600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 panose="020B0600000101010101" pitchFamily="50" charset="-127"/>
                <a:ea typeface="LG스마트체2.0 Regular"/>
              </a:rPr>
              <a:t>디바이스</a:t>
            </a:r>
            <a:r>
              <a:rPr lang="en-US" altLang="ko-KR" sz="3600" dirty="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 panose="020B0600000101010101" pitchFamily="50" charset="-127"/>
                <a:ea typeface="LG스마트체2.0 Regular"/>
              </a:rPr>
              <a:t>드라이버와의</a:t>
            </a:r>
            <a:r>
              <a:rPr lang="en-US" altLang="ko-KR" sz="3600" dirty="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 panose="020B0600000101010101" pitchFamily="50" charset="-127"/>
                <a:ea typeface="LG스마트체2.0 Regular"/>
              </a:rPr>
              <a:t>코드</a:t>
            </a:r>
            <a:r>
              <a:rPr lang="en-US" altLang="ko-KR" sz="3600" dirty="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 panose="020B0600000101010101" pitchFamily="50" charset="-127"/>
                <a:ea typeface="LG스마트체2.0 Regular"/>
              </a:rPr>
              <a:t>취합</a:t>
            </a:r>
            <a:r>
              <a:rPr lang="en-US" altLang="ko-KR" sz="3600" dirty="0">
                <a:latin typeface="LG스마트체2.0 Regular" panose="020B0600000101010101" pitchFamily="50" charset="-127"/>
                <a:ea typeface="LG스마트체2.0 Regular"/>
              </a:rPr>
              <a:t> 및 </a:t>
            </a:r>
            <a:r>
              <a:rPr lang="en-US" altLang="ko-KR" sz="3600" dirty="0" err="1">
                <a:latin typeface="LG스마트체2.0 Regular" panose="020B0600000101010101" pitchFamily="50" charset="-127"/>
                <a:ea typeface="LG스마트체2.0 Regular"/>
              </a:rPr>
              <a:t>연결</a:t>
            </a:r>
            <a:r>
              <a:rPr lang="en-US" altLang="ko-KR" sz="3600" dirty="0">
                <a:latin typeface="LG스마트체2.0 Regular" panose="020B0600000101010101" pitchFamily="50" charset="-127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 panose="020B0600000101010101" pitchFamily="50" charset="-127"/>
                <a:ea typeface="LG스마트체2.0 Regular"/>
              </a:rPr>
              <a:t>작업</a:t>
            </a:r>
            <a:endParaRPr lang="en-US" altLang="ko-KR" sz="3600" dirty="0">
              <a:latin typeface="LG스마트체2.0 Regular" panose="020B0600000101010101" pitchFamily="50" charset="-127"/>
              <a:ea typeface="LG스마트체2.0 Regular"/>
            </a:endParaRPr>
          </a:p>
          <a:p>
            <a:endParaRPr lang="en-US" altLang="ko-KR" sz="3600" b="1" u="sng">
              <a:latin typeface="LG스마트체2.0 Regular"/>
              <a:ea typeface="LG스마트체2.0 Regular"/>
            </a:endParaRPr>
          </a:p>
          <a:p>
            <a:r>
              <a:rPr lang="en-US" altLang="ko-KR" sz="3600" b="1" u="sng" dirty="0">
                <a:latin typeface="LG스마트체2.0 Regular"/>
                <a:ea typeface="LG스마트체2.0 Regular"/>
              </a:rPr>
              <a:t>2. </a:t>
            </a:r>
            <a:r>
              <a:rPr lang="en-US" altLang="ko-KR" sz="3600" b="1" u="sng" dirty="0" err="1">
                <a:latin typeface="LG스마트체2.0 Regular"/>
                <a:ea typeface="LG스마트체2.0 Regular"/>
              </a:rPr>
              <a:t>디바이스</a:t>
            </a:r>
            <a:r>
              <a:rPr lang="en-US" altLang="ko-KR" sz="3600" b="1" u="sng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b="1" u="sng" dirty="0" err="1">
                <a:latin typeface="LG스마트체2.0 Regular"/>
                <a:ea typeface="LG스마트체2.0 Regular"/>
              </a:rPr>
              <a:t>드라이버</a:t>
            </a:r>
            <a:endParaRPr lang="en-US" altLang="ko-KR" sz="3600" b="1" u="sng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ea typeface="LG스마트체2.0 Regular"/>
                <a:cs typeface="Calibri" panose="020F0502020204030204"/>
              </a:rPr>
              <a:t>조도</a:t>
            </a:r>
            <a:r>
              <a:rPr lang="en-US" altLang="ko-KR" sz="3600" dirty="0">
                <a:ea typeface="LG스마트체2.0 Regular"/>
                <a:cs typeface="Calibri" panose="020F0502020204030204"/>
              </a:rPr>
              <a:t> </a:t>
            </a:r>
            <a:r>
              <a:rPr lang="en-US" altLang="ko-KR" sz="3600" dirty="0" err="1">
                <a:ea typeface="LG스마트체2.0 Regular"/>
                <a:cs typeface="Calibri" panose="020F0502020204030204"/>
              </a:rPr>
              <a:t>센서</a:t>
            </a:r>
            <a:r>
              <a:rPr lang="en-US" altLang="ko-KR" sz="3600" dirty="0">
                <a:ea typeface="LG스마트체2.0 Regular"/>
                <a:cs typeface="Calibri" panose="020F0502020204030204"/>
              </a:rPr>
              <a:t>(bh1750) </a:t>
            </a:r>
            <a:r>
              <a:rPr lang="en-US" altLang="ko-KR" sz="3600" dirty="0" err="1">
                <a:ea typeface="LG스마트체2.0 Regular"/>
                <a:cs typeface="Calibri" panose="020F0502020204030204"/>
              </a:rPr>
              <a:t>드라이버</a:t>
            </a:r>
            <a:r>
              <a:rPr lang="en-US" altLang="ko-KR" sz="3600" dirty="0">
                <a:ea typeface="LG스마트체2.0 Regular"/>
                <a:cs typeface="Calibri" panose="020F0502020204030204"/>
              </a:rPr>
              <a:t> </a:t>
            </a:r>
            <a:r>
              <a:rPr lang="en-US" altLang="ko-KR" sz="3600" dirty="0" err="1">
                <a:ea typeface="LG스마트체2.0 Regular"/>
                <a:cs typeface="Calibri" panose="020F0502020204030204"/>
              </a:rPr>
              <a:t>포팅</a:t>
            </a:r>
            <a:endParaRPr lang="en-US" altLang="ko-KR" sz="3600" dirty="0">
              <a:ea typeface="LG스마트체2.0 Regular"/>
              <a:cs typeface="Calibri" panose="020F0502020204030204"/>
            </a:endParaRP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Calibri" panose="020F0502020204030204"/>
                <a:ea typeface="LG스마트체2.0 Regular"/>
                <a:cs typeface="Calibri" panose="020F0502020204030204"/>
              </a:rPr>
              <a:t>가속도</a:t>
            </a:r>
            <a:r>
              <a:rPr lang="en-US" altLang="ko-KR" sz="3600" dirty="0">
                <a:latin typeface="Calibri" panose="020F0502020204030204"/>
                <a:ea typeface="LG스마트체2.0 Regular"/>
                <a:cs typeface="Calibri" panose="020F0502020204030204"/>
              </a:rPr>
              <a:t> </a:t>
            </a:r>
            <a:r>
              <a:rPr lang="en-US" altLang="ko-KR" sz="3600" dirty="0" err="1">
                <a:latin typeface="Calibri" panose="020F0502020204030204"/>
                <a:ea typeface="LG스마트체2.0 Regular"/>
                <a:cs typeface="Calibri" panose="020F0502020204030204"/>
              </a:rPr>
              <a:t>센서</a:t>
            </a:r>
            <a:r>
              <a:rPr lang="en-US" altLang="ko-KR" sz="3600" dirty="0">
                <a:latin typeface="Calibri" panose="020F0502020204030204"/>
                <a:ea typeface="LG스마트체2.0 Regular"/>
                <a:cs typeface="Calibri" panose="020F0502020204030204"/>
              </a:rPr>
              <a:t> </a:t>
            </a:r>
            <a:r>
              <a:rPr lang="en-US" altLang="ko-KR" sz="3600" dirty="0" err="1">
                <a:latin typeface="Calibri" panose="020F0502020204030204"/>
                <a:ea typeface="LG스마트체2.0 Regular"/>
                <a:cs typeface="Calibri" panose="020F0502020204030204"/>
              </a:rPr>
              <a:t>드라이버</a:t>
            </a:r>
            <a:r>
              <a:rPr lang="en-US" altLang="ko-KR" sz="3600" dirty="0">
                <a:latin typeface="Calibri" panose="020F0502020204030204"/>
                <a:ea typeface="LG스마트체2.0 Regular"/>
                <a:cs typeface="Calibri" panose="020F0502020204030204"/>
              </a:rPr>
              <a:t> </a:t>
            </a:r>
            <a:r>
              <a:rPr lang="en-US" altLang="ko-KR" sz="3600" dirty="0" err="1">
                <a:latin typeface="Calibri" panose="020F0502020204030204"/>
                <a:ea typeface="LG스마트체2.0 Regular"/>
                <a:cs typeface="Calibri" panose="020F0502020204030204"/>
              </a:rPr>
              <a:t>포팅</a:t>
            </a:r>
          </a:p>
          <a:p>
            <a:endParaRPr lang="en-US" altLang="ko-KR" sz="3600" b="1" u="sng">
              <a:latin typeface="Calibri" panose="020F0502020204030204"/>
              <a:ea typeface="LG스마트체2.0 Regular"/>
              <a:cs typeface="Calibri" panose="020F0502020204030204"/>
            </a:endParaRPr>
          </a:p>
          <a:p>
            <a:r>
              <a:rPr lang="en-US" altLang="ko-KR" sz="3600" b="1" u="sng">
                <a:latin typeface="LG스마트체2.0 Regular"/>
                <a:ea typeface="LG스마트체2.0 Regular"/>
              </a:rPr>
              <a:t>3. 어플리케이션</a:t>
            </a:r>
          </a:p>
          <a:p>
            <a:pPr marL="571500" indent="-571500">
              <a:buFont typeface="Calibri"/>
              <a:buChar char="-"/>
            </a:pPr>
            <a:r>
              <a:rPr lang="en-US" altLang="ko-KR" sz="3600" dirty="0" err="1">
                <a:latin typeface="LG스마트체2.0 Regular"/>
                <a:ea typeface="LG스마트체2.0 Regular"/>
              </a:rPr>
              <a:t>버튼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누르기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게임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en-US" altLang="ko-KR" sz="3600" dirty="0" err="1">
                <a:latin typeface="LG스마트체2.0 Regular"/>
                <a:ea typeface="LG스마트체2.0 Regular"/>
              </a:rPr>
              <a:t>구현</a:t>
            </a:r>
            <a:r>
              <a:rPr lang="en-US" altLang="ko-KR" sz="3600" dirty="0">
                <a:latin typeface="LG스마트체2.0 Regular"/>
                <a:ea typeface="LG스마트체2.0 Regular"/>
              </a:rPr>
              <a:t> </a:t>
            </a:r>
            <a:r>
              <a:rPr lang="ko-KR" altLang="en-US" sz="3600" dirty="0">
                <a:latin typeface="LG스마트체2.0 Regular"/>
                <a:ea typeface="LG스마트체2.0 Regular"/>
              </a:rPr>
              <a:t>완료</a:t>
            </a:r>
            <a:endParaRPr lang="en-US" altLang="ko-KR" sz="3600" dirty="0">
              <a:latin typeface="LG스마트체2.0 Regular"/>
              <a:ea typeface="LG스마트체2.0 Regular"/>
            </a:endParaRPr>
          </a:p>
          <a:p>
            <a:pPr marL="571500" indent="-571500">
              <a:buFont typeface="Calibri"/>
              <a:buChar char="-"/>
            </a:pPr>
            <a:r>
              <a:rPr lang="ko-KR" altLang="en-US" sz="3600">
                <a:latin typeface="LG스마트체2.0 Regular"/>
                <a:ea typeface="LG스마트체2.0 Regular"/>
              </a:rPr>
              <a:t>가속도 센서 이용한 게임 구현</a:t>
            </a:r>
            <a:endParaRPr lang="en-US" altLang="ko-KR" sz="3600">
              <a:latin typeface="LG스마트체2.0 Regular" panose="020B0600000101010101" pitchFamily="50" charset="-127"/>
              <a:ea typeface="LG스마트체2.0 Regular"/>
            </a:endParaRPr>
          </a:p>
          <a:p>
            <a:endParaRPr lang="en-US" altLang="ko-KR" sz="3600" b="1" u="sng">
              <a:latin typeface="LG스마트체2.0 Regular" panose="020B0600000101010101" pitchFamily="50" charset="-127"/>
              <a:ea typeface="LG스마트체2.0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24447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revision>22</cp:revision>
  <dcterms:created xsi:type="dcterms:W3CDTF">2022-12-09T16:47:26Z</dcterms:created>
  <dcterms:modified xsi:type="dcterms:W3CDTF">2026-04-16T23:48:07Z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2026-04-15T23:47:14Z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192bdcc8-b6c8-425a-a6a5-284218d9e80d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LGE Internal Use Only</vt:lpwstr>
  </property>
</Properties>
</file>